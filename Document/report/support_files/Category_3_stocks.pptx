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0FC9-252D-734B-60B5-0E0A0BB89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9819D-8FD2-7FFC-EF5F-3D2A3F382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55FCB-921A-5B50-6891-503D6B09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DD8A5-CAD0-F0FA-0A2F-2A0F541D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E8473-9C8B-D8D1-360C-EAB3BBB1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0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5376-A415-257D-301B-E592480A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8E4D8-0F65-F4F9-399E-D8E70692D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31ACC-DF64-AAA6-65CB-98443765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6687D-17E0-B8AD-07C6-88781ED2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9D54-76E9-A5B7-9A68-72C56B27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9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FAEBE-33DB-E7B9-9183-42A5420C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79128-CD55-B46B-5421-D898C797E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7571A-92B9-D382-6AF4-0E92DA99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F54D0-D24B-A83C-D5C7-894326E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F869B-3341-6975-2D6F-0014C32A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6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6FD17-6ECF-50B1-D81A-DFF26419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5EFF0-A298-D517-26D4-FDF6C87BD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8C3B6-0E1E-31CF-0B2D-707DFBC66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7D755-48CD-A3F8-A054-3C63450DC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62FCF-6ABC-CD86-D2DB-F88B01E1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C0CDF-C945-81C6-9E82-36B9270B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2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B42A-D408-48C6-3A67-7B160AC4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69D4C-5D17-A5E4-FA2D-3D6E9E7B2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71D6A-151E-8357-C1C9-5A4D31D36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25634-4AD8-BD9E-8D3D-F3EADF7839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CFD4D-176A-0349-D45F-9F42F3C9E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518A7-9C25-BCE4-EA39-181DE8E1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64681E-9AA1-6A8F-BC7A-603C42A2F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FD7DC-CB24-21C3-AEBC-28FECC71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0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1E52-37C0-4CC6-449A-B68E8D0C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87255-3979-6C9D-27E0-D881E40D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A3925-23FB-B77A-712F-AFAEBAD6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8A30E-49A1-8DA7-72F2-4BC0560C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0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C5483-3DF1-E318-FB77-47B2A531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70CCC-154F-A3B0-DBBA-0F2777A5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99ED9-FDE9-7213-F326-6BC874CD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39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B333-ED2E-9E0B-7371-86ECB0C2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430A9-048F-7C09-6E7B-3E81C1097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7EAE4-339F-9EE5-1E54-561E142D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D48FD-C819-398F-0B9A-08EDD2D6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228F8-0A36-C214-DE30-6E9B0122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E51B-6A20-551D-939F-2C8711EC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4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A3E2-9DD1-38F7-93FB-665B7EB0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7D5F7-00FE-4EE6-C0BF-60255B5DB5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A1C91-1D2C-2B67-47AB-4C68BE12D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A40C3-4E51-52DE-4A38-EC5D32A77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91F44-33B9-9106-9C75-C95D4D87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595CB-5181-F427-E677-F3CACA50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8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5C23-78DD-6EF8-61A3-4B5F1179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C1C15-CB00-8B26-C260-AB8EC2E94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17D0E-9E11-1B48-7BBF-C1861203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CD662-6A88-F8FD-E357-C46FE89E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C2EFF-179D-0EA3-883B-41F2020B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2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C03D53-A022-091B-08A0-5FA9531E5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B85DE-B121-446A-36CC-2AF76CCB6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40C3D-4DE4-53BB-D7D5-7E140129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FC937-122E-ACD0-2E79-1DF3A5F3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4AFCD-3B7B-3CFA-00C7-4FE47728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3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D0617-0AFF-CDA3-F6CC-BA13760F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545A3-275D-D358-CFEA-80E7C3C0F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0591B-E251-2CCF-1845-CA5BD10CB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E5237-7E19-420E-A4A8-82CF122371F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7F226-EE7A-BCF5-A2BC-F6BCCC04B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3C69-A76F-AEEA-99AF-C7F24298C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CC374-86F9-4B10-AA02-372A10E56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Yellowmouth rockfish Rockfish seafood recommendation | Seafood Watch">
            <a:extLst>
              <a:ext uri="{FF2B5EF4-FFF2-40B4-BE49-F238E27FC236}">
                <a16:creationId xmlns:a16="http://schemas.microsoft.com/office/drawing/2014/main" id="{CFE729CB-0E8D-D267-85BD-33857D73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740" y="3487801"/>
            <a:ext cx="3162300" cy="1438275"/>
          </a:xfrm>
          <a:prstGeom prst="rect">
            <a:avLst/>
          </a:prstGeom>
        </p:spPr>
      </p:pic>
      <p:pic>
        <p:nvPicPr>
          <p:cNvPr id="24" name="Picture 23" descr="Flathead Sole | NOAA Fisheries">
            <a:extLst>
              <a:ext uri="{FF2B5EF4-FFF2-40B4-BE49-F238E27FC236}">
                <a16:creationId xmlns:a16="http://schemas.microsoft.com/office/drawing/2014/main" id="{09DBC65F-E2FC-363D-1E14-10B66F260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756" y="4839166"/>
            <a:ext cx="2713528" cy="1810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1C68A9-C01F-ED66-370A-440CC9373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213" y="481727"/>
            <a:ext cx="3390900" cy="1457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F78B42-E61B-4D8F-2CA2-EA8D97A32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979" y="1975967"/>
            <a:ext cx="3248025" cy="1314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D12F31-C3C8-584D-3E0F-0764C675AC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131" y="862474"/>
            <a:ext cx="3190875" cy="1304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9D22D-2457-B826-3832-7312D70E9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040" y="2395746"/>
            <a:ext cx="3248025" cy="1343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AC88C9-F6B5-BC16-2B78-CEC7BFA7B6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064" y="3554213"/>
            <a:ext cx="3219450" cy="14668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BBC033-0AE2-5123-D83D-157FF0FBD8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0711" y="2152650"/>
            <a:ext cx="3143250" cy="12763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69E389-659A-E5E1-0A04-DD2061F5C3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915" y="262139"/>
            <a:ext cx="3086100" cy="15049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6FD0AB-D442-E8F3-DD4B-58EC82C1C6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7491" y="5021063"/>
            <a:ext cx="3619500" cy="16287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0BB06C-7C82-AC63-6886-4BC6228A47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9666" y="3830438"/>
            <a:ext cx="33528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NOAA Fisheries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jason.cope</dc:creator>
  <cp:lastModifiedBy>jason.cope</cp:lastModifiedBy>
  <cp:revision>1</cp:revision>
  <dcterms:created xsi:type="dcterms:W3CDTF">2026-10-28T20:54:09Z</dcterms:created>
  <dcterms:modified xsi:type="dcterms:W3CDTF">2026-10-28T21:12:06Z</dcterms:modified>
</cp:coreProperties>
</file>